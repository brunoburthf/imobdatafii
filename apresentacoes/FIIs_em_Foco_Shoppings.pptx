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9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XPML11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1.02</c:v>
                </c:pt>
                <c:pt idx="2">
                  <c:v>5.25</c:v>
                </c:pt>
                <c:pt idx="3">
                  <c:v>6.36</c:v>
                </c:pt>
                <c:pt idx="4">
                  <c:v>8.78</c:v>
                </c:pt>
                <c:pt idx="5">
                  <c:v>10.78</c:v>
                </c:pt>
                <c:pt idx="6">
                  <c:v>14.45</c:v>
                </c:pt>
                <c:pt idx="7">
                  <c:v>16.49</c:v>
                </c:pt>
                <c:pt idx="8">
                  <c:v>13.59</c:v>
                </c:pt>
                <c:pt idx="9">
                  <c:v>17.84</c:v>
                </c:pt>
                <c:pt idx="10">
                  <c:v>13.38</c:v>
                </c:pt>
                <c:pt idx="11">
                  <c:v>11.74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2.22</c:v>
                </c:pt>
                <c:pt idx="2">
                  <c:v>7.14</c:v>
                </c:pt>
                <c:pt idx="3">
                  <c:v>7.77</c:v>
                </c:pt>
                <c:pt idx="4">
                  <c:v>10.13</c:v>
                </c:pt>
                <c:pt idx="5">
                  <c:v>12.89</c:v>
                </c:pt>
                <c:pt idx="6">
                  <c:v>15.59</c:v>
                </c:pt>
                <c:pt idx="7">
                  <c:v>18.15</c:v>
                </c:pt>
                <c:pt idx="8">
                  <c:v>16.52</c:v>
                </c:pt>
                <c:pt idx="9">
                  <c:v>19.24</c:v>
                </c:pt>
                <c:pt idx="10">
                  <c:v>15.72</c:v>
                </c:pt>
                <c:pt idx="11">
                  <c:v>13.05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VISC11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1.64</c:v>
                </c:pt>
                <c:pt idx="2">
                  <c:v>8.75</c:v>
                </c:pt>
                <c:pt idx="3">
                  <c:v>5.88</c:v>
                </c:pt>
                <c:pt idx="4">
                  <c:v>9.37</c:v>
                </c:pt>
                <c:pt idx="5">
                  <c:v>9.64</c:v>
                </c:pt>
                <c:pt idx="6">
                  <c:v>10.73</c:v>
                </c:pt>
                <c:pt idx="7">
                  <c:v>15.6</c:v>
                </c:pt>
                <c:pt idx="8">
                  <c:v>12.54</c:v>
                </c:pt>
                <c:pt idx="9">
                  <c:v>14.26</c:v>
                </c:pt>
                <c:pt idx="10">
                  <c:v>11.86</c:v>
                </c:pt>
                <c:pt idx="11">
                  <c:v>5.88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2.22</c:v>
                </c:pt>
                <c:pt idx="2">
                  <c:v>7.14</c:v>
                </c:pt>
                <c:pt idx="3">
                  <c:v>7.77</c:v>
                </c:pt>
                <c:pt idx="4">
                  <c:v>10.13</c:v>
                </c:pt>
                <c:pt idx="5">
                  <c:v>12.89</c:v>
                </c:pt>
                <c:pt idx="6">
                  <c:v>15.59</c:v>
                </c:pt>
                <c:pt idx="7">
                  <c:v>18.15</c:v>
                </c:pt>
                <c:pt idx="8">
                  <c:v>16.52</c:v>
                </c:pt>
                <c:pt idx="9">
                  <c:v>19.24</c:v>
                </c:pt>
                <c:pt idx="10">
                  <c:v>15.72</c:v>
                </c:pt>
                <c:pt idx="11">
                  <c:v>13.05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HGBS11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3.42</c:v>
                </c:pt>
                <c:pt idx="2">
                  <c:v>11.04</c:v>
                </c:pt>
                <c:pt idx="3">
                  <c:v>9.07</c:v>
                </c:pt>
                <c:pt idx="4">
                  <c:v>10.27</c:v>
                </c:pt>
                <c:pt idx="5">
                  <c:v>11.06</c:v>
                </c:pt>
                <c:pt idx="6">
                  <c:v>11.85</c:v>
                </c:pt>
                <c:pt idx="7">
                  <c:v>15.8</c:v>
                </c:pt>
                <c:pt idx="8">
                  <c:v>15.96</c:v>
                </c:pt>
                <c:pt idx="9">
                  <c:v>18.72</c:v>
                </c:pt>
                <c:pt idx="10">
                  <c:v>15.66</c:v>
                </c:pt>
                <c:pt idx="11">
                  <c:v>13.74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2.22</c:v>
                </c:pt>
                <c:pt idx="2">
                  <c:v>7.14</c:v>
                </c:pt>
                <c:pt idx="3">
                  <c:v>7.77</c:v>
                </c:pt>
                <c:pt idx="4">
                  <c:v>10.13</c:v>
                </c:pt>
                <c:pt idx="5">
                  <c:v>12.89</c:v>
                </c:pt>
                <c:pt idx="6">
                  <c:v>15.59</c:v>
                </c:pt>
                <c:pt idx="7">
                  <c:v>18.15</c:v>
                </c:pt>
                <c:pt idx="8">
                  <c:v>16.52</c:v>
                </c:pt>
                <c:pt idx="9">
                  <c:v>19.24</c:v>
                </c:pt>
                <c:pt idx="10">
                  <c:v>15.72</c:v>
                </c:pt>
                <c:pt idx="11">
                  <c:v>13.05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HSML11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4.81</c:v>
                </c:pt>
                <c:pt idx="2">
                  <c:v>9.71</c:v>
                </c:pt>
                <c:pt idx="3">
                  <c:v>9.9</c:v>
                </c:pt>
                <c:pt idx="4">
                  <c:v>13.68</c:v>
                </c:pt>
                <c:pt idx="5">
                  <c:v>19.77</c:v>
                </c:pt>
                <c:pt idx="6">
                  <c:v>20.69</c:v>
                </c:pt>
                <c:pt idx="7">
                  <c:v>24.22</c:v>
                </c:pt>
                <c:pt idx="8">
                  <c:v>25.53</c:v>
                </c:pt>
                <c:pt idx="9">
                  <c:v>27.3</c:v>
                </c:pt>
                <c:pt idx="10">
                  <c:v>24.32</c:v>
                </c:pt>
                <c:pt idx="11">
                  <c:v>18.74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2.22</c:v>
                </c:pt>
                <c:pt idx="2">
                  <c:v>7.14</c:v>
                </c:pt>
                <c:pt idx="3">
                  <c:v>7.77</c:v>
                </c:pt>
                <c:pt idx="4">
                  <c:v>10.13</c:v>
                </c:pt>
                <c:pt idx="5">
                  <c:v>12.89</c:v>
                </c:pt>
                <c:pt idx="6">
                  <c:v>15.59</c:v>
                </c:pt>
                <c:pt idx="7">
                  <c:v>18.15</c:v>
                </c:pt>
                <c:pt idx="8">
                  <c:v>16.52</c:v>
                </c:pt>
                <c:pt idx="9">
                  <c:v>19.24</c:v>
                </c:pt>
                <c:pt idx="10">
                  <c:v>15.72</c:v>
                </c:pt>
                <c:pt idx="11">
                  <c:v>13.05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PMLL11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4.06</c:v>
                </c:pt>
                <c:pt idx="2">
                  <c:v>6.28</c:v>
                </c:pt>
                <c:pt idx="3">
                  <c:v>7.29</c:v>
                </c:pt>
                <c:pt idx="4">
                  <c:v>8.92</c:v>
                </c:pt>
                <c:pt idx="5">
                  <c:v>12.42</c:v>
                </c:pt>
                <c:pt idx="6">
                  <c:v>14.48</c:v>
                </c:pt>
                <c:pt idx="7">
                  <c:v>18.27</c:v>
                </c:pt>
                <c:pt idx="8">
                  <c:v>18.71</c:v>
                </c:pt>
                <c:pt idx="9">
                  <c:v>22.1</c:v>
                </c:pt>
                <c:pt idx="10">
                  <c:v>19.77</c:v>
                </c:pt>
                <c:pt idx="11">
                  <c:v>17.67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2.22</c:v>
                </c:pt>
                <c:pt idx="2">
                  <c:v>7.14</c:v>
                </c:pt>
                <c:pt idx="3">
                  <c:v>7.77</c:v>
                </c:pt>
                <c:pt idx="4">
                  <c:v>10.13</c:v>
                </c:pt>
                <c:pt idx="5">
                  <c:v>12.89</c:v>
                </c:pt>
                <c:pt idx="6">
                  <c:v>15.59</c:v>
                </c:pt>
                <c:pt idx="7">
                  <c:v>18.15</c:v>
                </c:pt>
                <c:pt idx="8">
                  <c:v>16.52</c:v>
                </c:pt>
                <c:pt idx="9">
                  <c:v>19.24</c:v>
                </c:pt>
                <c:pt idx="10">
                  <c:v>15.72</c:v>
                </c:pt>
                <c:pt idx="11">
                  <c:v>13.05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GZIT11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-1.05</c:v>
                </c:pt>
                <c:pt idx="2">
                  <c:v>1.51</c:v>
                </c:pt>
                <c:pt idx="3">
                  <c:v>10.94</c:v>
                </c:pt>
                <c:pt idx="4">
                  <c:v>8.28</c:v>
                </c:pt>
                <c:pt idx="5">
                  <c:v>13.63</c:v>
                </c:pt>
                <c:pt idx="6">
                  <c:v>18.94</c:v>
                </c:pt>
                <c:pt idx="7">
                  <c:v>11.57</c:v>
                </c:pt>
                <c:pt idx="8">
                  <c:v>11.95</c:v>
                </c:pt>
                <c:pt idx="9">
                  <c:v>10.24</c:v>
                </c:pt>
                <c:pt idx="10">
                  <c:v>6.43</c:v>
                </c:pt>
                <c:pt idx="11">
                  <c:v>5.9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2.22</c:v>
                </c:pt>
                <c:pt idx="2">
                  <c:v>7.14</c:v>
                </c:pt>
                <c:pt idx="3">
                  <c:v>7.77</c:v>
                </c:pt>
                <c:pt idx="4">
                  <c:v>10.13</c:v>
                </c:pt>
                <c:pt idx="5">
                  <c:v>12.89</c:v>
                </c:pt>
                <c:pt idx="6">
                  <c:v>15.59</c:v>
                </c:pt>
                <c:pt idx="7">
                  <c:v>18.15</c:v>
                </c:pt>
                <c:pt idx="8">
                  <c:v>16.52</c:v>
                </c:pt>
                <c:pt idx="9">
                  <c:v>19.24</c:v>
                </c:pt>
                <c:pt idx="10">
                  <c:v>15.72</c:v>
                </c:pt>
                <c:pt idx="11">
                  <c:v>13.05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CPSH11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3.36</c:v>
                </c:pt>
                <c:pt idx="2">
                  <c:v>7.05</c:v>
                </c:pt>
                <c:pt idx="3">
                  <c:v>13.6</c:v>
                </c:pt>
                <c:pt idx="4">
                  <c:v>20.08</c:v>
                </c:pt>
                <c:pt idx="5">
                  <c:v>24.38</c:v>
                </c:pt>
                <c:pt idx="6">
                  <c:v>24.83</c:v>
                </c:pt>
                <c:pt idx="7">
                  <c:v>23.49</c:v>
                </c:pt>
                <c:pt idx="8">
                  <c:v>22.61</c:v>
                </c:pt>
                <c:pt idx="9">
                  <c:v>22.93</c:v>
                </c:pt>
                <c:pt idx="10">
                  <c:v>18.22</c:v>
                </c:pt>
                <c:pt idx="11">
                  <c:v>17.19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2.22</c:v>
                </c:pt>
                <c:pt idx="2">
                  <c:v>7.14</c:v>
                </c:pt>
                <c:pt idx="3">
                  <c:v>7.77</c:v>
                </c:pt>
                <c:pt idx="4">
                  <c:v>10.13</c:v>
                </c:pt>
                <c:pt idx="5">
                  <c:v>12.89</c:v>
                </c:pt>
                <c:pt idx="6">
                  <c:v>15.59</c:v>
                </c:pt>
                <c:pt idx="7">
                  <c:v>18.15</c:v>
                </c:pt>
                <c:pt idx="8">
                  <c:v>16.52</c:v>
                </c:pt>
                <c:pt idx="9">
                  <c:v>19.24</c:v>
                </c:pt>
                <c:pt idx="10">
                  <c:v>15.72</c:v>
                </c:pt>
                <c:pt idx="11">
                  <c:v>13.05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BPML11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2.31</c:v>
                </c:pt>
                <c:pt idx="2">
                  <c:v>5.31</c:v>
                </c:pt>
                <c:pt idx="3">
                  <c:v>6.9</c:v>
                </c:pt>
                <c:pt idx="4">
                  <c:v>8.3</c:v>
                </c:pt>
                <c:pt idx="5">
                  <c:v>16.58</c:v>
                </c:pt>
                <c:pt idx="6">
                  <c:v>25.2</c:v>
                </c:pt>
                <c:pt idx="7">
                  <c:v>32.36</c:v>
                </c:pt>
                <c:pt idx="8">
                  <c:v>28.99</c:v>
                </c:pt>
                <c:pt idx="9">
                  <c:v>32.5</c:v>
                </c:pt>
                <c:pt idx="10">
                  <c:v>25.36</c:v>
                </c:pt>
                <c:pt idx="11">
                  <c:v>28.22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2.22</c:v>
                </c:pt>
                <c:pt idx="2">
                  <c:v>7.14</c:v>
                </c:pt>
                <c:pt idx="3">
                  <c:v>7.77</c:v>
                </c:pt>
                <c:pt idx="4">
                  <c:v>10.13</c:v>
                </c:pt>
                <c:pt idx="5">
                  <c:v>12.89</c:v>
                </c:pt>
                <c:pt idx="6">
                  <c:v>15.59</c:v>
                </c:pt>
                <c:pt idx="7">
                  <c:v>18.15</c:v>
                </c:pt>
                <c:pt idx="8">
                  <c:v>16.52</c:v>
                </c:pt>
                <c:pt idx="9">
                  <c:v>19.24</c:v>
                </c:pt>
                <c:pt idx="10">
                  <c:v>15.72</c:v>
                </c:pt>
                <c:pt idx="11">
                  <c:v>13.05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9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0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image" Target="../media/image-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image" Target="../media/image-4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2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image" Target="../media/image-5-6.png"/><Relationship Id="rId8" Type="http://schemas.openxmlformats.org/officeDocument/2006/relationships/image" Target="../media/image-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3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4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image" Target="../media/image-7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5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image" Target="../media/image-9-5.png"/><Relationship Id="rId7" Type="http://schemas.openxmlformats.org/officeDocument/2006/relationships/image" Target="../media/image-9-6.png"/><Relationship Id="rId8" Type="http://schemas.openxmlformats.org/officeDocument/2006/relationships/image" Target="../media/image-9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FUNDOS IMOBILIÁRIOS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FIIs em Foco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Setor: Shoppings — destaques, riscos, proventos e indicadores operacionais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30225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95728" y="4160520"/>
            <a:ext cx="566928" cy="566928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43022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84248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68496" y="4160520"/>
            <a:ext cx="566928" cy="566928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228" y="43022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57016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541264" y="4160520"/>
            <a:ext cx="566928" cy="566928"/>
          </a:xfrm>
          <a:prstGeom prst="ellipse">
            <a:avLst/>
          </a:prstGeom>
          <a:solidFill>
            <a:srgbClr val="C85A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430225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9784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Proventos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114032" y="4160520"/>
            <a:ext cx="566928" cy="566928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430225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02552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fundos do setor • cartões padronizados para leitura rápida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XPML11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Malls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R$ 106,56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0,97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R$ 0,87 – 0,97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VISC11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Vinci Shopping Centers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R$ 108,19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0,93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R$ 0,80 – 0,88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HGBS11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Brasil Shopping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R$ 19,45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0,94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R$ 0,16 – 0,18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HSML11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 Malls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R$ 86,27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0,83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R$ 0,67 – 0,75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PMLL11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Genial Malls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R$ 106,62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R$ 0,95 – 1,05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GZIT11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Gazit Malls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R$ 41,05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20,2%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0,47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R$ 0,40 – 0,44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CPSH11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Capitânia Shoppings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R$ 10,00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0,86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R$ 0,10 – 0,12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BPML11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BTG Pactual Shoppings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R$ 85,61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0,69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27,3%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R$ 0,87 – 0,97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FIIs em Foco — Shoppings</dc:title>
  <dc:subject>PptxGenJS Presentation</dc:subject>
  <dc:creator>ImobData — Monitor de FIIs</dc:creator>
  <cp:lastModifiedBy>ImobData — Monitor de FIIs</cp:lastModifiedBy>
  <cp:revision>1</cp:revision>
  <dcterms:created xsi:type="dcterms:W3CDTF">2026-06-10T14:17:31Z</dcterms:created>
  <dcterms:modified xsi:type="dcterms:W3CDTF">2026-06-10T14:17:31Z</dcterms:modified>
</cp:coreProperties>
</file>