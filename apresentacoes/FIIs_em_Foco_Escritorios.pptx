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PVBI11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3.09</c:v>
                </c:pt>
                <c:pt idx="2">
                  <c:v>5.98</c:v>
                </c:pt>
                <c:pt idx="3">
                  <c:v>0.97</c:v>
                </c:pt>
                <c:pt idx="4">
                  <c:v>9.76</c:v>
                </c:pt>
                <c:pt idx="5">
                  <c:v>13.26</c:v>
                </c:pt>
                <c:pt idx="6">
                  <c:v>15.91</c:v>
                </c:pt>
                <c:pt idx="7">
                  <c:v>9.62</c:v>
                </c:pt>
                <c:pt idx="8">
                  <c:v>6.82</c:v>
                </c:pt>
                <c:pt idx="9">
                  <c:v>7.36</c:v>
                </c:pt>
                <c:pt idx="10">
                  <c:v>5.26</c:v>
                </c:pt>
                <c:pt idx="11">
                  <c:v>3.02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HGRE11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2.55</c:v>
                </c:pt>
                <c:pt idx="2">
                  <c:v>12.06</c:v>
                </c:pt>
                <c:pt idx="3">
                  <c:v>7.09</c:v>
                </c:pt>
                <c:pt idx="4">
                  <c:v>10.35</c:v>
                </c:pt>
                <c:pt idx="5">
                  <c:v>14.86</c:v>
                </c:pt>
                <c:pt idx="6">
                  <c:v>16.22</c:v>
                </c:pt>
                <c:pt idx="7">
                  <c:v>23.36</c:v>
                </c:pt>
                <c:pt idx="8">
                  <c:v>14.5</c:v>
                </c:pt>
                <c:pt idx="9">
                  <c:v>24.43</c:v>
                </c:pt>
                <c:pt idx="10">
                  <c:v>24.76</c:v>
                </c:pt>
                <c:pt idx="11">
                  <c:v>19.5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JSRE11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-1.88</c:v>
                </c:pt>
                <c:pt idx="2">
                  <c:v>-1.81</c:v>
                </c:pt>
                <c:pt idx="3">
                  <c:v>1.09</c:v>
                </c:pt>
                <c:pt idx="4">
                  <c:v>6.47</c:v>
                </c:pt>
                <c:pt idx="5">
                  <c:v>7.49</c:v>
                </c:pt>
                <c:pt idx="6">
                  <c:v>13.41</c:v>
                </c:pt>
                <c:pt idx="7">
                  <c:v>9.82</c:v>
                </c:pt>
                <c:pt idx="8">
                  <c:v>10.78</c:v>
                </c:pt>
                <c:pt idx="9">
                  <c:v>7.8</c:v>
                </c:pt>
                <c:pt idx="10">
                  <c:v>3.3</c:v>
                </c:pt>
                <c:pt idx="11">
                  <c:v>2.48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BRCR11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-0.19</c:v>
                </c:pt>
                <c:pt idx="2">
                  <c:v>6.36</c:v>
                </c:pt>
                <c:pt idx="3">
                  <c:v>0.43</c:v>
                </c:pt>
                <c:pt idx="4">
                  <c:v>5.46</c:v>
                </c:pt>
                <c:pt idx="5">
                  <c:v>15.42</c:v>
                </c:pt>
                <c:pt idx="6">
                  <c:v>25.98</c:v>
                </c:pt>
                <c:pt idx="7">
                  <c:v>23.78</c:v>
                </c:pt>
                <c:pt idx="8">
                  <c:v>20.49</c:v>
                </c:pt>
                <c:pt idx="9">
                  <c:v>22.89</c:v>
                </c:pt>
                <c:pt idx="10">
                  <c:v>16.5</c:v>
                </c:pt>
                <c:pt idx="11">
                  <c:v>12.64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GTWR11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1.9</c:v>
                </c:pt>
                <c:pt idx="2">
                  <c:v>6.53</c:v>
                </c:pt>
                <c:pt idx="3">
                  <c:v>4.77</c:v>
                </c:pt>
                <c:pt idx="4">
                  <c:v>7.46</c:v>
                </c:pt>
                <c:pt idx="5">
                  <c:v>15.73</c:v>
                </c:pt>
                <c:pt idx="6">
                  <c:v>18.36</c:v>
                </c:pt>
                <c:pt idx="7">
                  <c:v>22.34</c:v>
                </c:pt>
                <c:pt idx="8">
                  <c:v>23.51</c:v>
                </c:pt>
                <c:pt idx="9">
                  <c:v>26.49</c:v>
                </c:pt>
                <c:pt idx="10">
                  <c:v>21.54</c:v>
                </c:pt>
                <c:pt idx="11">
                  <c:v>16.9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BROF11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3.21</c:v>
                </c:pt>
                <c:pt idx="2">
                  <c:v>5.25</c:v>
                </c:pt>
                <c:pt idx="3">
                  <c:v>2.42</c:v>
                </c:pt>
                <c:pt idx="4">
                  <c:v>5.57</c:v>
                </c:pt>
                <c:pt idx="5">
                  <c:v>12.63</c:v>
                </c:pt>
                <c:pt idx="6">
                  <c:v>21.81</c:v>
                </c:pt>
                <c:pt idx="7">
                  <c:v>28.23</c:v>
                </c:pt>
                <c:pt idx="8">
                  <c:v>23.22</c:v>
                </c:pt>
                <c:pt idx="9">
                  <c:v>29.62</c:v>
                </c:pt>
                <c:pt idx="10">
                  <c:v>13.3</c:v>
                </c:pt>
                <c:pt idx="11">
                  <c:v>12.45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KORE11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-1.76</c:v>
                </c:pt>
                <c:pt idx="2">
                  <c:v>2.75</c:v>
                </c:pt>
                <c:pt idx="3">
                  <c:v>1.04</c:v>
                </c:pt>
                <c:pt idx="4">
                  <c:v>2.44</c:v>
                </c:pt>
                <c:pt idx="5">
                  <c:v>10.2</c:v>
                </c:pt>
                <c:pt idx="6">
                  <c:v>12.29</c:v>
                </c:pt>
                <c:pt idx="7">
                  <c:v>17.69</c:v>
                </c:pt>
                <c:pt idx="8">
                  <c:v>13.78</c:v>
                </c:pt>
                <c:pt idx="9">
                  <c:v>12.52</c:v>
                </c:pt>
                <c:pt idx="10">
                  <c:v>5.48</c:v>
                </c:pt>
                <c:pt idx="11">
                  <c:v>2.28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RBRP11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-0.69</c:v>
                </c:pt>
                <c:pt idx="2">
                  <c:v>7.47</c:v>
                </c:pt>
                <c:pt idx="3">
                  <c:v>5.16</c:v>
                </c:pt>
                <c:pt idx="4">
                  <c:v>6.24</c:v>
                </c:pt>
                <c:pt idx="5">
                  <c:v>14.19</c:v>
                </c:pt>
                <c:pt idx="6">
                  <c:v>13.61</c:v>
                </c:pt>
                <c:pt idx="7">
                  <c:v>12.44</c:v>
                </c:pt>
                <c:pt idx="8">
                  <c:v>9.07</c:v>
                </c:pt>
                <c:pt idx="9">
                  <c:v>10.23</c:v>
                </c:pt>
                <c:pt idx="10">
                  <c:v>8.82</c:v>
                </c:pt>
                <c:pt idx="11">
                  <c:v>5.67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1.42</c:v>
                </c:pt>
                <c:pt idx="2">
                  <c:v>6.23</c:v>
                </c:pt>
                <c:pt idx="3">
                  <c:v>4.01</c:v>
                </c:pt>
                <c:pt idx="4">
                  <c:v>8.58</c:v>
                </c:pt>
                <c:pt idx="5">
                  <c:v>14.31</c:v>
                </c:pt>
                <c:pt idx="6">
                  <c:v>18.69</c:v>
                </c:pt>
                <c:pt idx="7">
                  <c:v>19.29</c:v>
                </c:pt>
                <c:pt idx="8">
                  <c:v>16.47</c:v>
                </c:pt>
                <c:pt idx="9">
                  <c:v>17.93</c:v>
                </c:pt>
                <c:pt idx="10">
                  <c:v>13.73</c:v>
                </c:pt>
                <c:pt idx="11">
                  <c:v>10.28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5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6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7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8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9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0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Escritórios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PVBI11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Vbi Prime Properties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R$ 72,75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R$ 0,38 – 0,42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HGRE11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Pátria Escritórios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R$ 127,80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R$ 0,81 – 0,89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JSRE11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Real Estate Multigestão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R$ 60,28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0,59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R$ 0,46 – 0,50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BRCR11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Corporate Office Fund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R$ 44,50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R$ 0,39 – 0,43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GTWR11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Green Towers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R$ 79,00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R$ 0,85 – 0,95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Brpr Corporate Offices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R$ 55,00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R$ 0,55 – 0,61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Oportunidades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R$ 67,15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R$ 0,57 – 0,63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RBRP11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04515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045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Rbr Properties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R$ 50,35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R$ 0,38 – 0,42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Escritórios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2026-06-10T14:17:31Z</dcterms:created>
  <dcterms:modified xsi:type="dcterms:W3CDTF">2026-06-10T14:17:31Z</dcterms:modified>
</cp:coreProperties>
</file>