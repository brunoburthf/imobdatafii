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7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KNCR11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1.72</c:v>
                </c:pt>
                <c:pt idx="2">
                  <c:v>2.76</c:v>
                </c:pt>
                <c:pt idx="3">
                  <c:v>5.01</c:v>
                </c:pt>
                <c:pt idx="4">
                  <c:v>6.75</c:v>
                </c:pt>
                <c:pt idx="5">
                  <c:v>9.04</c:v>
                </c:pt>
                <c:pt idx="6">
                  <c:v>9.8</c:v>
                </c:pt>
                <c:pt idx="7">
                  <c:v>11.52</c:v>
                </c:pt>
                <c:pt idx="8">
                  <c:v>11.11</c:v>
                </c:pt>
                <c:pt idx="9">
                  <c:v>12.96</c:v>
                </c:pt>
                <c:pt idx="10">
                  <c:v>14.58</c:v>
                </c:pt>
                <c:pt idx="11">
                  <c:v>13.95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KNIP11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0.61</c:v>
                </c:pt>
                <c:pt idx="2">
                  <c:v>1.84</c:v>
                </c:pt>
                <c:pt idx="3">
                  <c:v>2.79</c:v>
                </c:pt>
                <c:pt idx="4">
                  <c:v>4.68</c:v>
                </c:pt>
                <c:pt idx="5">
                  <c:v>7.26</c:v>
                </c:pt>
                <c:pt idx="6">
                  <c:v>9.55</c:v>
                </c:pt>
                <c:pt idx="7">
                  <c:v>11.52</c:v>
                </c:pt>
                <c:pt idx="8">
                  <c:v>10.95</c:v>
                </c:pt>
                <c:pt idx="9">
                  <c:v>15.97</c:v>
                </c:pt>
                <c:pt idx="10">
                  <c:v>15.15</c:v>
                </c:pt>
                <c:pt idx="11">
                  <c:v>14.53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MXRF11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1.3</c:v>
                </c:pt>
                <c:pt idx="2">
                  <c:v>4.01</c:v>
                </c:pt>
                <c:pt idx="3">
                  <c:v>3.8</c:v>
                </c:pt>
                <c:pt idx="4">
                  <c:v>4.69</c:v>
                </c:pt>
                <c:pt idx="5">
                  <c:v>4.8</c:v>
                </c:pt>
                <c:pt idx="6">
                  <c:v>6.83</c:v>
                </c:pt>
                <c:pt idx="7">
                  <c:v>12.2</c:v>
                </c:pt>
                <c:pt idx="8">
                  <c:v>12.56</c:v>
                </c:pt>
                <c:pt idx="9">
                  <c:v>13.68</c:v>
                </c:pt>
                <c:pt idx="10">
                  <c:v>15.57</c:v>
                </c:pt>
                <c:pt idx="11">
                  <c:v>12.27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KNHY11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2.16</c:v>
                </c:pt>
                <c:pt idx="2">
                  <c:v>2.49</c:v>
                </c:pt>
                <c:pt idx="3">
                  <c:v>2.46</c:v>
                </c:pt>
                <c:pt idx="4">
                  <c:v>2.95</c:v>
                </c:pt>
                <c:pt idx="5">
                  <c:v>4.85</c:v>
                </c:pt>
                <c:pt idx="6">
                  <c:v>5.41</c:v>
                </c:pt>
                <c:pt idx="7">
                  <c:v>7.31</c:v>
                </c:pt>
                <c:pt idx="8">
                  <c:v>6.79</c:v>
                </c:pt>
                <c:pt idx="9">
                  <c:v>9.69</c:v>
                </c:pt>
                <c:pt idx="10">
                  <c:v>10.35</c:v>
                </c:pt>
                <c:pt idx="11">
                  <c:v>9.19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KNUQ11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2.12</c:v>
                </c:pt>
                <c:pt idx="2">
                  <c:v>2.59</c:v>
                </c:pt>
                <c:pt idx="3">
                  <c:v>4.22</c:v>
                </c:pt>
                <c:pt idx="4">
                  <c:v>4.41</c:v>
                </c:pt>
                <c:pt idx="5">
                  <c:v>7</c:v>
                </c:pt>
                <c:pt idx="6">
                  <c:v>8.56</c:v>
                </c:pt>
                <c:pt idx="7">
                  <c:v>10.46</c:v>
                </c:pt>
                <c:pt idx="8">
                  <c:v>11.48</c:v>
                </c:pt>
                <c:pt idx="9">
                  <c:v>12.82</c:v>
                </c:pt>
                <c:pt idx="10">
                  <c:v>13.58</c:v>
                </c:pt>
                <c:pt idx="11">
                  <c:v>12.16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RECR11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-0.15</c:v>
                </c:pt>
                <c:pt idx="2">
                  <c:v>-0.62</c:v>
                </c:pt>
                <c:pt idx="3">
                  <c:v>-3.73</c:v>
                </c:pt>
                <c:pt idx="4">
                  <c:v>0.83</c:v>
                </c:pt>
                <c:pt idx="5">
                  <c:v>3.94</c:v>
                </c:pt>
                <c:pt idx="6">
                  <c:v>6.17</c:v>
                </c:pt>
                <c:pt idx="7">
                  <c:v>6.53</c:v>
                </c:pt>
                <c:pt idx="8">
                  <c:v>5.36</c:v>
                </c:pt>
                <c:pt idx="9">
                  <c:v>10.1</c:v>
                </c:pt>
                <c:pt idx="10">
                  <c:v>8.98</c:v>
                </c:pt>
                <c:pt idx="11">
                  <c:v>6.34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KNSC11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0.47</c:v>
                </c:pt>
                <c:pt idx="2">
                  <c:v>1.52</c:v>
                </c:pt>
                <c:pt idx="3">
                  <c:v>2.57</c:v>
                </c:pt>
                <c:pt idx="4">
                  <c:v>1.98</c:v>
                </c:pt>
                <c:pt idx="5">
                  <c:v>4.96</c:v>
                </c:pt>
                <c:pt idx="6">
                  <c:v>10.38</c:v>
                </c:pt>
                <c:pt idx="7">
                  <c:v>11.74</c:v>
                </c:pt>
                <c:pt idx="8">
                  <c:v>10.88</c:v>
                </c:pt>
                <c:pt idx="9">
                  <c:v>14.73</c:v>
                </c:pt>
                <c:pt idx="10">
                  <c:v>15.62</c:v>
                </c:pt>
                <c:pt idx="11">
                  <c:v>13.73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MCCI11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2.78</c:v>
                </c:pt>
                <c:pt idx="2">
                  <c:v>8.82</c:v>
                </c:pt>
                <c:pt idx="3">
                  <c:v>7.67</c:v>
                </c:pt>
                <c:pt idx="4">
                  <c:v>7.52</c:v>
                </c:pt>
                <c:pt idx="5">
                  <c:v>13.24</c:v>
                </c:pt>
                <c:pt idx="6">
                  <c:v>18.03</c:v>
                </c:pt>
                <c:pt idx="7">
                  <c:v>20.98</c:v>
                </c:pt>
                <c:pt idx="8">
                  <c:v>19.66</c:v>
                </c:pt>
                <c:pt idx="9">
                  <c:v>24.46</c:v>
                </c:pt>
                <c:pt idx="10">
                  <c:v>23.5</c:v>
                </c:pt>
                <c:pt idx="11">
                  <c:v>21.23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0.74</c:v>
                </c:pt>
                <c:pt idx="2">
                  <c:v>2.31</c:v>
                </c:pt>
                <c:pt idx="3">
                  <c:v>2.62</c:v>
                </c:pt>
                <c:pt idx="4">
                  <c:v>3.87</c:v>
                </c:pt>
                <c:pt idx="5">
                  <c:v>7.52</c:v>
                </c:pt>
                <c:pt idx="6">
                  <c:v>9.49</c:v>
                </c:pt>
                <c:pt idx="7">
                  <c:v>10.94</c:v>
                </c:pt>
                <c:pt idx="8">
                  <c:v>10.2</c:v>
                </c:pt>
                <c:pt idx="9">
                  <c:v>12.37</c:v>
                </c:pt>
                <c:pt idx="10">
                  <c:v>11.18</c:v>
                </c:pt>
                <c:pt idx="11">
                  <c:v>9.2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7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8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9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0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3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Crédito Imobiliário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KNCR11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Rendimentos Imobiliários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R$ 104,17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R$ 1,04 – 1,16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KNIP11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Indices de Preços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R$ 91,50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R$ 1,04 – 1,16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MXRF11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 Renda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R$ 9,82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KNHY11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High Yield Cri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R$ 99,11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R$ 1,09 – 1,21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KNUQ11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Unique Hy CDI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R$ 102,90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R$ 1,09 – 1,21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REC Recebíveis Imobiliários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R$ 80,60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R$ 0,98 – 1,09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KNSC11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Securities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R$ 9,04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R$ 0,10 – 0,11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MCCI11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579169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5791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Imobiliário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Mauá Capital Recebíveis Imobiliários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R$ 94,63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R$ 0,95 – 1,05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22072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8,0%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9053932" y="305409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9053932" y="33101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58" name="Shape 50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1" name="Text 52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3" name="Shape 54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66" name="Text 56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67" name="Text 57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Crédito Imobiliário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2026-06-10T14:17:31Z</dcterms:created>
  <dcterms:modified xsi:type="dcterms:W3CDTF">2026-06-10T14:17:31Z</dcterms:modified>
</cp:coreProperties>
</file>