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BTLG11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1.81</c:v>
                </c:pt>
                <c:pt idx="2">
                  <c:v>6.36</c:v>
                </c:pt>
                <c:pt idx="3">
                  <c:v>6.42</c:v>
                </c:pt>
                <c:pt idx="4">
                  <c:v>7.93</c:v>
                </c:pt>
                <c:pt idx="5">
                  <c:v>7.75</c:v>
                </c:pt>
                <c:pt idx="6">
                  <c:v>8.54</c:v>
                </c:pt>
                <c:pt idx="7">
                  <c:v>10.54</c:v>
                </c:pt>
                <c:pt idx="8">
                  <c:v>11.02</c:v>
                </c:pt>
                <c:pt idx="9">
                  <c:v>12.15</c:v>
                </c:pt>
                <c:pt idx="10">
                  <c:v>12.15</c:v>
                </c:pt>
                <c:pt idx="11">
                  <c:v>10.62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HGLG11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1.18</c:v>
                </c:pt>
                <c:pt idx="2">
                  <c:v>6.38</c:v>
                </c:pt>
                <c:pt idx="3">
                  <c:v>4.83</c:v>
                </c:pt>
                <c:pt idx="4">
                  <c:v>7.17</c:v>
                </c:pt>
                <c:pt idx="5">
                  <c:v>5.63</c:v>
                </c:pt>
                <c:pt idx="6">
                  <c:v>6.32</c:v>
                </c:pt>
                <c:pt idx="7">
                  <c:v>8.02</c:v>
                </c:pt>
                <c:pt idx="8">
                  <c:v>6.86</c:v>
                </c:pt>
                <c:pt idx="9">
                  <c:v>7.77</c:v>
                </c:pt>
                <c:pt idx="10">
                  <c:v>8.05</c:v>
                </c:pt>
                <c:pt idx="11">
                  <c:v>5.42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XPLG11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1.18</c:v>
                </c:pt>
                <c:pt idx="2">
                  <c:v>3.84</c:v>
                </c:pt>
                <c:pt idx="3">
                  <c:v>5.55</c:v>
                </c:pt>
                <c:pt idx="4">
                  <c:v>9.11</c:v>
                </c:pt>
                <c:pt idx="5">
                  <c:v>11.41</c:v>
                </c:pt>
                <c:pt idx="6">
                  <c:v>10.34</c:v>
                </c:pt>
                <c:pt idx="7">
                  <c:v>10.28</c:v>
                </c:pt>
                <c:pt idx="8">
                  <c:v>8.44</c:v>
                </c:pt>
                <c:pt idx="9">
                  <c:v>9.5</c:v>
                </c:pt>
                <c:pt idx="10">
                  <c:v>6.28</c:v>
                </c:pt>
                <c:pt idx="11">
                  <c:v>2.49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GGRC11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1.92</c:v>
                </c:pt>
                <c:pt idx="2">
                  <c:v>4.99</c:v>
                </c:pt>
                <c:pt idx="3">
                  <c:v>6.02</c:v>
                </c:pt>
                <c:pt idx="4">
                  <c:v>5.91</c:v>
                </c:pt>
                <c:pt idx="5">
                  <c:v>6.74</c:v>
                </c:pt>
                <c:pt idx="6">
                  <c:v>9.4</c:v>
                </c:pt>
                <c:pt idx="7">
                  <c:v>13.8</c:v>
                </c:pt>
                <c:pt idx="8">
                  <c:v>14.24</c:v>
                </c:pt>
                <c:pt idx="9">
                  <c:v>15.01</c:v>
                </c:pt>
                <c:pt idx="10">
                  <c:v>14.8</c:v>
                </c:pt>
                <c:pt idx="11">
                  <c:v>12.58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BRCO11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1.83</c:v>
                </c:pt>
                <c:pt idx="2">
                  <c:v>7.97</c:v>
                </c:pt>
                <c:pt idx="3">
                  <c:v>8.69</c:v>
                </c:pt>
                <c:pt idx="4">
                  <c:v>9.8</c:v>
                </c:pt>
                <c:pt idx="5">
                  <c:v>11.47</c:v>
                </c:pt>
                <c:pt idx="6">
                  <c:v>13.92</c:v>
                </c:pt>
                <c:pt idx="7">
                  <c:v>19.04</c:v>
                </c:pt>
                <c:pt idx="8">
                  <c:v>11.72</c:v>
                </c:pt>
                <c:pt idx="9">
                  <c:v>15.15</c:v>
                </c:pt>
                <c:pt idx="10">
                  <c:v>16.29</c:v>
                </c:pt>
                <c:pt idx="11">
                  <c:v>11.96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LVBI11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1.19</c:v>
                </c:pt>
                <c:pt idx="2">
                  <c:v>7.9</c:v>
                </c:pt>
                <c:pt idx="3">
                  <c:v>5.93</c:v>
                </c:pt>
                <c:pt idx="4">
                  <c:v>11.34</c:v>
                </c:pt>
                <c:pt idx="5">
                  <c:v>13.77</c:v>
                </c:pt>
                <c:pt idx="6">
                  <c:v>13.78</c:v>
                </c:pt>
                <c:pt idx="7">
                  <c:v>14.36</c:v>
                </c:pt>
                <c:pt idx="8">
                  <c:v>13.24</c:v>
                </c:pt>
                <c:pt idx="9">
                  <c:v>13.22</c:v>
                </c:pt>
                <c:pt idx="10">
                  <c:v>13.97</c:v>
                </c:pt>
                <c:pt idx="11">
                  <c:v>9.1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VILG11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3.13</c:v>
                </c:pt>
                <c:pt idx="2">
                  <c:v>9.66</c:v>
                </c:pt>
                <c:pt idx="3">
                  <c:v>13.85</c:v>
                </c:pt>
                <c:pt idx="4">
                  <c:v>19.08</c:v>
                </c:pt>
                <c:pt idx="5">
                  <c:v>25.5</c:v>
                </c:pt>
                <c:pt idx="6">
                  <c:v>30.29</c:v>
                </c:pt>
                <c:pt idx="7">
                  <c:v>32.11</c:v>
                </c:pt>
                <c:pt idx="8">
                  <c:v>27.62</c:v>
                </c:pt>
                <c:pt idx="9">
                  <c:v>34.26</c:v>
                </c:pt>
                <c:pt idx="10">
                  <c:v>26.19</c:v>
                </c:pt>
                <c:pt idx="11">
                  <c:v>22.79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HSLG11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-1.22</c:v>
                </c:pt>
                <c:pt idx="2">
                  <c:v>10.97</c:v>
                </c:pt>
                <c:pt idx="3">
                  <c:v>10.5</c:v>
                </c:pt>
                <c:pt idx="4">
                  <c:v>16.99</c:v>
                </c:pt>
                <c:pt idx="5">
                  <c:v>18.93</c:v>
                </c:pt>
                <c:pt idx="6">
                  <c:v>19.11</c:v>
                </c:pt>
                <c:pt idx="7">
                  <c:v>26.01</c:v>
                </c:pt>
                <c:pt idx="8">
                  <c:v>20.77</c:v>
                </c:pt>
                <c:pt idx="9">
                  <c:v>23.76</c:v>
                </c:pt>
                <c:pt idx="10">
                  <c:v>20.6</c:v>
                </c:pt>
                <c:pt idx="11">
                  <c:v>17.07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1.84</c:v>
                </c:pt>
                <c:pt idx="2">
                  <c:v>7.01</c:v>
                </c:pt>
                <c:pt idx="3">
                  <c:v>7.09</c:v>
                </c:pt>
                <c:pt idx="4">
                  <c:v>9.85</c:v>
                </c:pt>
                <c:pt idx="5">
                  <c:v>11.27</c:v>
                </c:pt>
                <c:pt idx="6">
                  <c:v>12.37</c:v>
                </c:pt>
                <c:pt idx="7">
                  <c:v>14.8</c:v>
                </c:pt>
                <c:pt idx="8">
                  <c:v>13.32</c:v>
                </c:pt>
                <c:pt idx="9">
                  <c:v>14.57</c:v>
                </c:pt>
                <c:pt idx="10">
                  <c:v>13.42</c:v>
                </c:pt>
                <c:pt idx="11">
                  <c:v>10.41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7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Logística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BTLG11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BTG Pactual Logística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R$ 102,70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R$ 0,77 – 0,85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HGLG11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Pátria Log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R$ 154,05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R$ 1,04 – 1,16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XPLG11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Log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R$ 98,23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R$ 0,78 – 0,86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GGRC11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Ggr Covepi Renda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R$ 10,01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R$ 0,10 – 0,11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BRCO11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Bresco Logística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R$ 115,28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R$ 0,90 – 1,00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LVBI11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Vbi Logístico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R$ 104,20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R$ 0,71 – 0,79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VILG11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Vinci Logística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R$ 96,79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23,9%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R$ 0,78 – 0,86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HSLG11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911657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9116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 Logística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R$ 88,35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R$ 0,69 – 0,77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Logística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2026-06-10T14:17:31Z</dcterms:created>
  <dcterms:modified xsi:type="dcterms:W3CDTF">2026-06-10T14:17:31Z</dcterms:modified>
</cp:coreProperties>
</file>