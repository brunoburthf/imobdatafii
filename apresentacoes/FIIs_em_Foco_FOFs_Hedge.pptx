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CPTS11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3.51</c:v>
                </c:pt>
                <c:pt idx="2">
                  <c:v>7.33</c:v>
                </c:pt>
                <c:pt idx="3">
                  <c:v>8.18</c:v>
                </c:pt>
                <c:pt idx="4">
                  <c:v>8.2</c:v>
                </c:pt>
                <c:pt idx="5">
                  <c:v>12.79</c:v>
                </c:pt>
                <c:pt idx="6">
                  <c:v>20.18</c:v>
                </c:pt>
                <c:pt idx="7">
                  <c:v>20.34</c:v>
                </c:pt>
                <c:pt idx="8">
                  <c:v>20.03</c:v>
                </c:pt>
                <c:pt idx="9">
                  <c:v>20.62</c:v>
                </c:pt>
                <c:pt idx="10">
                  <c:v>16.26</c:v>
                </c:pt>
                <c:pt idx="11">
                  <c:v>15.95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1.24</c:v>
                </c:pt>
                <c:pt idx="2">
                  <c:v>5.33</c:v>
                </c:pt>
                <c:pt idx="3">
                  <c:v>5.2</c:v>
                </c:pt>
                <c:pt idx="4">
                  <c:v>5.84</c:v>
                </c:pt>
                <c:pt idx="5">
                  <c:v>11.83</c:v>
                </c:pt>
                <c:pt idx="6">
                  <c:v>17.11</c:v>
                </c:pt>
                <c:pt idx="7">
                  <c:v>18.18</c:v>
                </c:pt>
                <c:pt idx="8">
                  <c:v>17.19</c:v>
                </c:pt>
                <c:pt idx="9">
                  <c:v>18.95</c:v>
                </c:pt>
                <c:pt idx="10">
                  <c:v>15.93</c:v>
                </c:pt>
                <c:pt idx="11">
                  <c:v>12.64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KNHF11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1.52</c:v>
                </c:pt>
                <c:pt idx="2">
                  <c:v>6.47</c:v>
                </c:pt>
                <c:pt idx="3">
                  <c:v>5.68</c:v>
                </c:pt>
                <c:pt idx="4">
                  <c:v>6.4</c:v>
                </c:pt>
                <c:pt idx="5">
                  <c:v>11.07</c:v>
                </c:pt>
                <c:pt idx="6">
                  <c:v>15.92</c:v>
                </c:pt>
                <c:pt idx="7">
                  <c:v>16.61</c:v>
                </c:pt>
                <c:pt idx="8">
                  <c:v>17.83</c:v>
                </c:pt>
                <c:pt idx="9">
                  <c:v>20.16</c:v>
                </c:pt>
                <c:pt idx="10">
                  <c:v>21.15</c:v>
                </c:pt>
                <c:pt idx="11">
                  <c:v>15.81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1.24</c:v>
                </c:pt>
                <c:pt idx="2">
                  <c:v>5.33</c:v>
                </c:pt>
                <c:pt idx="3">
                  <c:v>5.2</c:v>
                </c:pt>
                <c:pt idx="4">
                  <c:v>5.84</c:v>
                </c:pt>
                <c:pt idx="5">
                  <c:v>11.83</c:v>
                </c:pt>
                <c:pt idx="6">
                  <c:v>17.11</c:v>
                </c:pt>
                <c:pt idx="7">
                  <c:v>18.18</c:v>
                </c:pt>
                <c:pt idx="8">
                  <c:v>17.19</c:v>
                </c:pt>
                <c:pt idx="9">
                  <c:v>18.95</c:v>
                </c:pt>
                <c:pt idx="10">
                  <c:v>15.93</c:v>
                </c:pt>
                <c:pt idx="11">
                  <c:v>12.64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BTHF11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0.95</c:v>
                </c:pt>
                <c:pt idx="2">
                  <c:v>6.91</c:v>
                </c:pt>
                <c:pt idx="3">
                  <c:v>6.58</c:v>
                </c:pt>
                <c:pt idx="4">
                  <c:v>5.52</c:v>
                </c:pt>
                <c:pt idx="5">
                  <c:v>14.53</c:v>
                </c:pt>
                <c:pt idx="6">
                  <c:v>25.18</c:v>
                </c:pt>
                <c:pt idx="7">
                  <c:v>24.87</c:v>
                </c:pt>
                <c:pt idx="8">
                  <c:v>21</c:v>
                </c:pt>
                <c:pt idx="9">
                  <c:v>23.79</c:v>
                </c:pt>
                <c:pt idx="10">
                  <c:v>23.28</c:v>
                </c:pt>
                <c:pt idx="11">
                  <c:v>18.58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1.24</c:v>
                </c:pt>
                <c:pt idx="2">
                  <c:v>5.33</c:v>
                </c:pt>
                <c:pt idx="3">
                  <c:v>5.2</c:v>
                </c:pt>
                <c:pt idx="4">
                  <c:v>5.84</c:v>
                </c:pt>
                <c:pt idx="5">
                  <c:v>11.83</c:v>
                </c:pt>
                <c:pt idx="6">
                  <c:v>17.11</c:v>
                </c:pt>
                <c:pt idx="7">
                  <c:v>18.18</c:v>
                </c:pt>
                <c:pt idx="8">
                  <c:v>17.19</c:v>
                </c:pt>
                <c:pt idx="9">
                  <c:v>18.95</c:v>
                </c:pt>
                <c:pt idx="10">
                  <c:v>15.93</c:v>
                </c:pt>
                <c:pt idx="11">
                  <c:v>12.64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HFOF11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0.29</c:v>
                </c:pt>
                <c:pt idx="2">
                  <c:v>5.42</c:v>
                </c:pt>
                <c:pt idx="3">
                  <c:v>7.09</c:v>
                </c:pt>
                <c:pt idx="4">
                  <c:v>10.9</c:v>
                </c:pt>
                <c:pt idx="5">
                  <c:v>16.87</c:v>
                </c:pt>
                <c:pt idx="6">
                  <c:v>24.53</c:v>
                </c:pt>
                <c:pt idx="7">
                  <c:v>27.43</c:v>
                </c:pt>
                <c:pt idx="8">
                  <c:v>24.15</c:v>
                </c:pt>
                <c:pt idx="9">
                  <c:v>25.26</c:v>
                </c:pt>
                <c:pt idx="10">
                  <c:v>23.79</c:v>
                </c:pt>
                <c:pt idx="11">
                  <c:v>17.84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1.24</c:v>
                </c:pt>
                <c:pt idx="2">
                  <c:v>5.33</c:v>
                </c:pt>
                <c:pt idx="3">
                  <c:v>5.2</c:v>
                </c:pt>
                <c:pt idx="4">
                  <c:v>5.84</c:v>
                </c:pt>
                <c:pt idx="5">
                  <c:v>11.83</c:v>
                </c:pt>
                <c:pt idx="6">
                  <c:v>17.11</c:v>
                </c:pt>
                <c:pt idx="7">
                  <c:v>18.18</c:v>
                </c:pt>
                <c:pt idx="8">
                  <c:v>17.19</c:v>
                </c:pt>
                <c:pt idx="9">
                  <c:v>18.95</c:v>
                </c:pt>
                <c:pt idx="10">
                  <c:v>15.93</c:v>
                </c:pt>
                <c:pt idx="11">
                  <c:v>12.64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RBRX11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2.65</c:v>
                </c:pt>
                <c:pt idx="2">
                  <c:v>4.69</c:v>
                </c:pt>
                <c:pt idx="3">
                  <c:v>5.47</c:v>
                </c:pt>
                <c:pt idx="4">
                  <c:v>6.37</c:v>
                </c:pt>
                <c:pt idx="5">
                  <c:v>14.56</c:v>
                </c:pt>
                <c:pt idx="6">
                  <c:v>17.91</c:v>
                </c:pt>
                <c:pt idx="7">
                  <c:v>20.06</c:v>
                </c:pt>
                <c:pt idx="8">
                  <c:v>21.41</c:v>
                </c:pt>
                <c:pt idx="9">
                  <c:v>25.4</c:v>
                </c:pt>
                <c:pt idx="10">
                  <c:v>20.56</c:v>
                </c:pt>
                <c:pt idx="11">
                  <c:v>17.23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1.24</c:v>
                </c:pt>
                <c:pt idx="2">
                  <c:v>5.33</c:v>
                </c:pt>
                <c:pt idx="3">
                  <c:v>5.2</c:v>
                </c:pt>
                <c:pt idx="4">
                  <c:v>5.84</c:v>
                </c:pt>
                <c:pt idx="5">
                  <c:v>11.83</c:v>
                </c:pt>
                <c:pt idx="6">
                  <c:v>17.11</c:v>
                </c:pt>
                <c:pt idx="7">
                  <c:v>18.18</c:v>
                </c:pt>
                <c:pt idx="8">
                  <c:v>17.19</c:v>
                </c:pt>
                <c:pt idx="9">
                  <c:v>18.95</c:v>
                </c:pt>
                <c:pt idx="10">
                  <c:v>15.93</c:v>
                </c:pt>
                <c:pt idx="11">
                  <c:v>12.64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PSEC11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-0.13</c:v>
                </c:pt>
                <c:pt idx="2">
                  <c:v>3.65</c:v>
                </c:pt>
                <c:pt idx="3">
                  <c:v>-1.54</c:v>
                </c:pt>
                <c:pt idx="4">
                  <c:v>4.08</c:v>
                </c:pt>
                <c:pt idx="5">
                  <c:v>7.53</c:v>
                </c:pt>
                <c:pt idx="6">
                  <c:v>7.98</c:v>
                </c:pt>
                <c:pt idx="7">
                  <c:v>7.93</c:v>
                </c:pt>
                <c:pt idx="8">
                  <c:v>6.36</c:v>
                </c:pt>
                <c:pt idx="9">
                  <c:v>7.45</c:v>
                </c:pt>
                <c:pt idx="10">
                  <c:v>2.95</c:v>
                </c:pt>
                <c:pt idx="11">
                  <c:v>0.88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1.24</c:v>
                </c:pt>
                <c:pt idx="2">
                  <c:v>5.33</c:v>
                </c:pt>
                <c:pt idx="3">
                  <c:v>5.2</c:v>
                </c:pt>
                <c:pt idx="4">
                  <c:v>5.84</c:v>
                </c:pt>
                <c:pt idx="5">
                  <c:v>11.83</c:v>
                </c:pt>
                <c:pt idx="6">
                  <c:v>17.11</c:v>
                </c:pt>
                <c:pt idx="7">
                  <c:v>18.18</c:v>
                </c:pt>
                <c:pt idx="8">
                  <c:v>17.19</c:v>
                </c:pt>
                <c:pt idx="9">
                  <c:v>18.95</c:v>
                </c:pt>
                <c:pt idx="10">
                  <c:v>15.93</c:v>
                </c:pt>
                <c:pt idx="11">
                  <c:v>12.64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MCRE11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1.68</c:v>
                </c:pt>
                <c:pt idx="2">
                  <c:v>5.91</c:v>
                </c:pt>
                <c:pt idx="3">
                  <c:v>6.77</c:v>
                </c:pt>
                <c:pt idx="4">
                  <c:v>7.78</c:v>
                </c:pt>
                <c:pt idx="5">
                  <c:v>14.84</c:v>
                </c:pt>
                <c:pt idx="6">
                  <c:v>23.74</c:v>
                </c:pt>
                <c:pt idx="7">
                  <c:v>22.08</c:v>
                </c:pt>
                <c:pt idx="8">
                  <c:v>21.68</c:v>
                </c:pt>
                <c:pt idx="9">
                  <c:v>27.08</c:v>
                </c:pt>
                <c:pt idx="10">
                  <c:v>20.71</c:v>
                </c:pt>
                <c:pt idx="11">
                  <c:v>17.92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1.24</c:v>
                </c:pt>
                <c:pt idx="2">
                  <c:v>5.33</c:v>
                </c:pt>
                <c:pt idx="3">
                  <c:v>5.2</c:v>
                </c:pt>
                <c:pt idx="4">
                  <c:v>5.84</c:v>
                </c:pt>
                <c:pt idx="5">
                  <c:v>11.83</c:v>
                </c:pt>
                <c:pt idx="6">
                  <c:v>17.11</c:v>
                </c:pt>
                <c:pt idx="7">
                  <c:v>18.18</c:v>
                </c:pt>
                <c:pt idx="8">
                  <c:v>17.19</c:v>
                </c:pt>
                <c:pt idx="9">
                  <c:v>18.95</c:v>
                </c:pt>
                <c:pt idx="10">
                  <c:v>15.93</c:v>
                </c:pt>
                <c:pt idx="11">
                  <c:v>12.64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VGHF11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1.2</c:v>
                </c:pt>
                <c:pt idx="2">
                  <c:v>3.73</c:v>
                </c:pt>
                <c:pt idx="3">
                  <c:v>2.13</c:v>
                </c:pt>
                <c:pt idx="4">
                  <c:v>-3.97</c:v>
                </c:pt>
                <c:pt idx="5">
                  <c:v>-0.94</c:v>
                </c:pt>
                <c:pt idx="6">
                  <c:v>-0.79</c:v>
                </c:pt>
                <c:pt idx="7">
                  <c:v>1.17</c:v>
                </c:pt>
                <c:pt idx="8">
                  <c:v>-0.24</c:v>
                </c:pt>
                <c:pt idx="9">
                  <c:v>-3.11</c:v>
                </c:pt>
                <c:pt idx="10">
                  <c:v>-10.29</c:v>
                </c:pt>
                <c:pt idx="11">
                  <c:v>-13.62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1.24</c:v>
                </c:pt>
                <c:pt idx="2">
                  <c:v>5.33</c:v>
                </c:pt>
                <c:pt idx="3">
                  <c:v>5.2</c:v>
                </c:pt>
                <c:pt idx="4">
                  <c:v>5.84</c:v>
                </c:pt>
                <c:pt idx="5">
                  <c:v>11.83</c:v>
                </c:pt>
                <c:pt idx="6">
                  <c:v>17.11</c:v>
                </c:pt>
                <c:pt idx="7">
                  <c:v>18.18</c:v>
                </c:pt>
                <c:pt idx="8">
                  <c:v>17.19</c:v>
                </c:pt>
                <c:pt idx="9">
                  <c:v>18.95</c:v>
                </c:pt>
                <c:pt idx="10">
                  <c:v>15.93</c:v>
                </c:pt>
                <c:pt idx="11">
                  <c:v>12.64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3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image" Target="../media/image-4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4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6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image" Target="../media/image-7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7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image" Target="../media/image-9-6.png"/><Relationship Id="rId8" Type="http://schemas.openxmlformats.org/officeDocument/2006/relationships/image" Target="../media/image-9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FUNDOS IMOBILIÁRIOS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FIIs em Foco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Setor: FOFs/Hedge Funds — destaques, riscos, proventos e indicadores operacionais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30225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95728" y="4160520"/>
            <a:ext cx="566928" cy="566928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43022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84248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68496" y="4160520"/>
            <a:ext cx="566928" cy="566928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28" y="43022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57016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541264" y="4160520"/>
            <a:ext cx="566928" cy="566928"/>
          </a:xfrm>
          <a:prstGeom prst="ellipse">
            <a:avLst/>
          </a:prstGeom>
          <a:solidFill>
            <a:srgbClr val="C85A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430225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9784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Proventos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114032" y="4160520"/>
            <a:ext cx="566928" cy="566928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430225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02552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fundos do setor • cartões padronizados para leitura rápida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CPTS11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3789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FOFs/Hedge Funds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Capitânia Securities II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R$ 7,45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0,83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R$ 0,09 – 0,09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KNHF11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3789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FOFs/Hedge Funds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Kinea Hedge Fund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R$ 96,11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0,95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20,3%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R$ 0,95 – 1,05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BTHF11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3789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FOFs/Hedge Funds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BTG Pactual Real Estate Hedge Fund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R$ 9,15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0,93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R$ 0,10 – 0,11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HFOF11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3789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FOFs/Hedge Funds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Top Fofii 3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R$ 6,26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0,79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R$ 0,06 – 0,06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RBRX11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3789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FOFs/Hedge Funds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Rbr Plus Multiestratégia Real Estate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R$ 8,20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0,83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R$ 0,09 – 0,09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PSEC11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3789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FOFs/Hedge Funds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Vbi Reits Multiestrategia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R$ 57,47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0,77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-1,8%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R$ 0,62 – 0,68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MCRE11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3789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FOFs/Hedge Funds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Mauá Capital Real Estate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R$ 9,36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14,1%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R$ 0,10 – 0,12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VGHF11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3789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FOFs/Hedge Funds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 Hedge Fund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R$ 5,77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0,67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-15,3%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R$ 0,07 – 0,07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FIIs em Foco — FOFs/Hedge Funds</dc:title>
  <dc:subject>PptxGenJS Presentation</dc:subject>
  <dc:creator>ImobData — Monitor de FIIs</dc:creator>
  <cp:lastModifiedBy>ImobData — Monitor de FIIs</cp:lastModifiedBy>
  <cp:revision>1</cp:revision>
  <dcterms:created xsi:type="dcterms:W3CDTF">2026-06-10T14:17:32Z</dcterms:created>
  <dcterms:modified xsi:type="dcterms:W3CDTF">2026-06-10T14:17:32Z</dcterms:modified>
</cp:coreProperties>
</file>